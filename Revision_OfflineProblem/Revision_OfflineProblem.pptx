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A4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9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F5559-E299-E222-C250-483F73A1D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8B1B4A-2F78-CB8D-6EAC-08512F5EA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64631E-B83F-C0DB-89DE-3B739554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02C4BA-5A87-9C63-858D-6B880AD3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1549A7-AED7-BE15-FD44-F0AE9AE8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2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C9658-F866-2AAB-636B-DBDD7355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73D8F4-ADFF-1483-E67C-39737AF31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907991-8746-6D29-4AF7-867F04D8B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2E7577-32CF-0759-BABA-6D6C1440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000A59-E290-2E4C-4500-3548D32B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5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9BB9F-9B02-C347-0C01-C8163F86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265EF3-8263-E039-1D34-600503CC7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17D8BD-65E5-9787-20F5-BE7F4D57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47587B-CF40-C34A-5780-BBABFDB4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DE8CE3-A5E4-1D7E-7CD4-5D236AF4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177DB4-B7E5-291D-8A6D-D81E490BD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1EFE6B-02A4-058B-3719-68D49A3D9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FB2438-FDB1-825A-AC11-5A6B4FA1F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DFE6A2-94A0-FF28-75E9-D34B0FAE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067CDF-28AB-9105-8F74-1EFB4758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97D945-5947-7B65-8DD7-B6CEA085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6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758511-CAC6-EC4F-EEF3-7EDB1199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C4EAAF-7B3B-0D17-D9FB-E84F16313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6269C5-BB10-E968-7FF0-B01EAE2EA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1B9295-A373-FE59-AF76-81E8A29F2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812CE4-1BD1-EB63-01E7-8EE833F3A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CFFEAB-E3FF-44F5-C8B6-58B3B97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578FB0-A694-FA17-2B0C-54B00BB0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658D3FA-6455-CCE9-3ED9-CF4A9DF1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2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B0033-0E7B-2512-E37F-757AA65A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F3ACF2-0614-C723-020F-669857AA9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31C1AE-A80D-7A03-637D-5B213A0A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670A0E-33CA-F1E3-C66A-A4C38EB3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1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8F9ADC3-2A65-139A-08CF-95A754D4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02E2BD-799F-37C6-B5E6-3D6AF32E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879E31-F7C6-4416-F27D-06877031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6EC744-8B73-2A81-7B18-7AF216D5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20B19C-B098-4047-88CF-71AD85D8C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B0BBFF-D4B3-7A3B-6035-EC27955A1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556B3D-C1AD-C3E2-CBD2-C4C3E22C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348020-2E0F-8079-BEC4-A945BD25B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9991C-BC19-64E7-832E-2DAC077E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8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C5B248-0D33-B25A-867E-CD08E482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C4D69AC-21DF-50AD-EB16-AEAABA77D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6C00FE-8A0F-10EC-6F17-42615A8D4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43E4D4-8C45-C856-6D20-F08C2505C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F11379-6F04-98DD-9DC1-D8869E43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08D313-B2F0-665E-17FD-1F5BB6C9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96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E961F4-723F-814A-18BA-9DFFD7EE3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9A7C33-2C8C-AB7F-6DB1-C3DEDC2DE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6EE1C3-829A-BC98-97CF-845FFE19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BF836E-76C9-F060-EB53-BA7545EDE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B8D2C8-11B0-2D23-9A92-756F3972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9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C32962-E399-BFAF-1BAD-AE6E340B7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6592E5-679E-FD54-A2A3-F699224C6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8755AE-F8E2-694B-A95B-6438C5DFE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827DA4-BBDC-06C9-7374-581D018F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12A49E-EC29-28D9-E08A-6993B4F7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CB63D3E-7245-AD78-6F7D-D6F5B73F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C4995A-170D-7C18-1EFF-DC6FEE29E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1E1EF4-0454-20C0-B688-31FB90ACC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1490F-CF6E-4DB3-8D2A-ACAFFA87F1F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B66659-893C-0BC8-92C9-FD501CF6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8AB1A6-7D12-DE61-F0ED-51728C958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C86CD-100F-4E93-BFCE-3146029ECB2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2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Ellipse 164">
            <a:extLst>
              <a:ext uri="{FF2B5EF4-FFF2-40B4-BE49-F238E27FC236}">
                <a16:creationId xmlns:a16="http://schemas.microsoft.com/office/drawing/2014/main" id="{2021D965-5B61-B715-B108-CE45A5757F56}"/>
              </a:ext>
            </a:extLst>
          </p:cNvPr>
          <p:cNvSpPr/>
          <p:nvPr/>
        </p:nvSpPr>
        <p:spPr>
          <a:xfrm rot="20629330">
            <a:off x="3988997" y="2682674"/>
            <a:ext cx="2292469" cy="1849501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26685C6D-F1F4-EDE6-1EEC-6925D376A865}"/>
              </a:ext>
            </a:extLst>
          </p:cNvPr>
          <p:cNvSpPr/>
          <p:nvPr/>
        </p:nvSpPr>
        <p:spPr>
          <a:xfrm rot="20629330">
            <a:off x="498018" y="3051414"/>
            <a:ext cx="2893189" cy="1674932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0B347BDE-64A5-F441-1911-FBC2175CF571}"/>
              </a:ext>
            </a:extLst>
          </p:cNvPr>
          <p:cNvCxnSpPr>
            <a:cxnSpLocks/>
          </p:cNvCxnSpPr>
          <p:nvPr/>
        </p:nvCxnSpPr>
        <p:spPr>
          <a:xfrm flipV="1">
            <a:off x="1149528" y="3689856"/>
            <a:ext cx="0" cy="628594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7C18B318-EDC3-64F8-BCC2-40FD51A88EF1}"/>
              </a:ext>
            </a:extLst>
          </p:cNvPr>
          <p:cNvSpPr/>
          <p:nvPr/>
        </p:nvSpPr>
        <p:spPr>
          <a:xfrm>
            <a:off x="130969" y="3988593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395EF23-ECC2-77CA-BDAF-58B9061AEA38}"/>
              </a:ext>
            </a:extLst>
          </p:cNvPr>
          <p:cNvSpPr/>
          <p:nvPr/>
        </p:nvSpPr>
        <p:spPr>
          <a:xfrm>
            <a:off x="3571556" y="3509465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E3A9587-3831-57BA-4018-26693BFC2FD0}"/>
              </a:ext>
            </a:extLst>
          </p:cNvPr>
          <p:cNvSpPr/>
          <p:nvPr/>
        </p:nvSpPr>
        <p:spPr>
          <a:xfrm>
            <a:off x="6296042" y="2831888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EAB649C-89A2-F804-82B9-3A1938F3BADB}"/>
              </a:ext>
            </a:extLst>
          </p:cNvPr>
          <p:cNvSpPr/>
          <p:nvPr/>
        </p:nvSpPr>
        <p:spPr>
          <a:xfrm>
            <a:off x="8848469" y="2967560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6106A71-9381-1DBC-3B8D-22752EB37FDB}"/>
              </a:ext>
            </a:extLst>
          </p:cNvPr>
          <p:cNvSpPr/>
          <p:nvPr/>
        </p:nvSpPr>
        <p:spPr>
          <a:xfrm>
            <a:off x="1081240" y="35070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002729A-3E5E-CB01-07B1-DF15DA87849F}"/>
              </a:ext>
            </a:extLst>
          </p:cNvPr>
          <p:cNvSpPr/>
          <p:nvPr/>
        </p:nvSpPr>
        <p:spPr>
          <a:xfrm>
            <a:off x="2021834" y="4142250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6AF3C1A-C262-1A0D-950F-7DC4650B20F5}"/>
              </a:ext>
            </a:extLst>
          </p:cNvPr>
          <p:cNvSpPr/>
          <p:nvPr/>
        </p:nvSpPr>
        <p:spPr>
          <a:xfrm>
            <a:off x="2402834" y="3284999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40C7C59-449C-5E53-05EA-13889CDCA7C8}"/>
              </a:ext>
            </a:extLst>
          </p:cNvPr>
          <p:cNvSpPr/>
          <p:nvPr/>
        </p:nvSpPr>
        <p:spPr>
          <a:xfrm>
            <a:off x="4529290" y="2967560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4E55843-E2DE-B204-7D77-99BF0A572E9B}"/>
              </a:ext>
            </a:extLst>
          </p:cNvPr>
          <p:cNvSpPr/>
          <p:nvPr/>
        </p:nvSpPr>
        <p:spPr>
          <a:xfrm>
            <a:off x="4677180" y="3633528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DC70B8A-EC5F-815C-4EDD-A0AB145511B1}"/>
              </a:ext>
            </a:extLst>
          </p:cNvPr>
          <p:cNvSpPr/>
          <p:nvPr/>
        </p:nvSpPr>
        <p:spPr>
          <a:xfrm>
            <a:off x="5157940" y="43452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FA563F3-5E92-89F0-C516-436A96DB0FA9}"/>
              </a:ext>
            </a:extLst>
          </p:cNvPr>
          <p:cNvSpPr/>
          <p:nvPr/>
        </p:nvSpPr>
        <p:spPr>
          <a:xfrm>
            <a:off x="7651480" y="2088557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359E882-F2B2-F880-FEAB-CFA6436ED1D2}"/>
              </a:ext>
            </a:extLst>
          </p:cNvPr>
          <p:cNvSpPr/>
          <p:nvPr/>
        </p:nvSpPr>
        <p:spPr>
          <a:xfrm>
            <a:off x="7621143" y="26847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5D064FA-E1A7-CE27-9B06-9FAE0D4A21BE}"/>
              </a:ext>
            </a:extLst>
          </p:cNvPr>
          <p:cNvSpPr/>
          <p:nvPr/>
        </p:nvSpPr>
        <p:spPr>
          <a:xfrm>
            <a:off x="6986025" y="3406375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C2F3204-09E7-4347-8A4A-532FBC19693C}"/>
              </a:ext>
            </a:extLst>
          </p:cNvPr>
          <p:cNvCxnSpPr>
            <a:stCxn id="9" idx="3"/>
            <a:endCxn id="16" idx="2"/>
          </p:cNvCxnSpPr>
          <p:nvPr/>
        </p:nvCxnSpPr>
        <p:spPr>
          <a:xfrm>
            <a:off x="3871593" y="3658294"/>
            <a:ext cx="805587" cy="47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B03F0FD7-F8C9-4608-8533-C8D29C79895D}"/>
              </a:ext>
            </a:extLst>
          </p:cNvPr>
          <p:cNvCxnSpPr>
            <a:cxnSpLocks/>
            <a:stCxn id="9" idx="3"/>
            <a:endCxn id="17" idx="2"/>
          </p:cNvCxnSpPr>
          <p:nvPr/>
        </p:nvCxnSpPr>
        <p:spPr>
          <a:xfrm>
            <a:off x="3871593" y="3658294"/>
            <a:ext cx="1286347" cy="758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3F1FB34-383D-B63D-2C63-EA731B301ED6}"/>
              </a:ext>
            </a:extLst>
          </p:cNvPr>
          <p:cNvCxnSpPr>
            <a:cxnSpLocks/>
            <a:stCxn id="9" idx="3"/>
            <a:endCxn id="15" idx="3"/>
          </p:cNvCxnSpPr>
          <p:nvPr/>
        </p:nvCxnSpPr>
        <p:spPr>
          <a:xfrm flipV="1">
            <a:off x="3871593" y="3090472"/>
            <a:ext cx="678785" cy="567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B63E4CA-B179-9CB3-E8A7-A1C6578E2587}"/>
              </a:ext>
            </a:extLst>
          </p:cNvPr>
          <p:cNvCxnSpPr>
            <a:cxnSpLocks/>
            <a:stCxn id="16" idx="6"/>
            <a:endCxn id="10" idx="1"/>
          </p:cNvCxnSpPr>
          <p:nvPr/>
        </p:nvCxnSpPr>
        <p:spPr>
          <a:xfrm flipV="1">
            <a:off x="4821180" y="2980717"/>
            <a:ext cx="1474862" cy="724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A836564-5F5A-C207-5DF5-836A4AD2600E}"/>
              </a:ext>
            </a:extLst>
          </p:cNvPr>
          <p:cNvCxnSpPr>
            <a:cxnSpLocks/>
            <a:stCxn id="15" idx="6"/>
            <a:endCxn id="10" idx="1"/>
          </p:cNvCxnSpPr>
          <p:nvPr/>
        </p:nvCxnSpPr>
        <p:spPr>
          <a:xfrm flipV="1">
            <a:off x="4673290" y="2980717"/>
            <a:ext cx="1622752" cy="58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932BE45-7DB5-15E4-6D9A-F072EE6CED44}"/>
              </a:ext>
            </a:extLst>
          </p:cNvPr>
          <p:cNvCxnSpPr>
            <a:cxnSpLocks/>
            <a:stCxn id="17" idx="6"/>
            <a:endCxn id="10" idx="2"/>
          </p:cNvCxnSpPr>
          <p:nvPr/>
        </p:nvCxnSpPr>
        <p:spPr>
          <a:xfrm flipV="1">
            <a:off x="5301940" y="3129545"/>
            <a:ext cx="1144121" cy="1287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0ABF8120-D79F-018F-E26C-223C4DCD1870}"/>
              </a:ext>
            </a:extLst>
          </p:cNvPr>
          <p:cNvCxnSpPr>
            <a:cxnSpLocks/>
            <a:stCxn id="12" idx="5"/>
            <a:endCxn id="9" idx="1"/>
          </p:cNvCxnSpPr>
          <p:nvPr/>
        </p:nvCxnSpPr>
        <p:spPr>
          <a:xfrm>
            <a:off x="1204152" y="3629996"/>
            <a:ext cx="2367404" cy="28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C8A90CE-C647-1906-7733-3CE05C820BB4}"/>
              </a:ext>
            </a:extLst>
          </p:cNvPr>
          <p:cNvCxnSpPr>
            <a:cxnSpLocks/>
            <a:stCxn id="13" idx="6"/>
            <a:endCxn id="9" idx="2"/>
          </p:cNvCxnSpPr>
          <p:nvPr/>
        </p:nvCxnSpPr>
        <p:spPr>
          <a:xfrm flipV="1">
            <a:off x="2165834" y="3807122"/>
            <a:ext cx="1555741" cy="407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CB16BF17-3682-C638-9A25-C57542D54692}"/>
              </a:ext>
            </a:extLst>
          </p:cNvPr>
          <p:cNvCxnSpPr>
            <a:cxnSpLocks/>
            <a:stCxn id="14" idx="6"/>
            <a:endCxn id="9" idx="0"/>
          </p:cNvCxnSpPr>
          <p:nvPr/>
        </p:nvCxnSpPr>
        <p:spPr>
          <a:xfrm>
            <a:off x="2546834" y="3356999"/>
            <a:ext cx="1174741" cy="152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095ECE95-1658-1C6F-224D-4B9DF630EEE3}"/>
              </a:ext>
            </a:extLst>
          </p:cNvPr>
          <p:cNvCxnSpPr>
            <a:cxnSpLocks/>
            <a:stCxn id="2" idx="3"/>
            <a:endCxn id="14" idx="3"/>
          </p:cNvCxnSpPr>
          <p:nvPr/>
        </p:nvCxnSpPr>
        <p:spPr>
          <a:xfrm flipV="1">
            <a:off x="431006" y="3407911"/>
            <a:ext cx="1992916" cy="729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CB1D0CAA-501C-8121-BA13-35D1E49824C4}"/>
              </a:ext>
            </a:extLst>
          </p:cNvPr>
          <p:cNvCxnSpPr>
            <a:cxnSpLocks/>
            <a:stCxn id="2" idx="3"/>
            <a:endCxn id="13" idx="2"/>
          </p:cNvCxnSpPr>
          <p:nvPr/>
        </p:nvCxnSpPr>
        <p:spPr>
          <a:xfrm>
            <a:off x="431006" y="4137422"/>
            <a:ext cx="1590828" cy="76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DACD0DAB-9815-698E-7C33-1120F2C1443B}"/>
              </a:ext>
            </a:extLst>
          </p:cNvPr>
          <p:cNvCxnSpPr>
            <a:cxnSpLocks/>
            <a:stCxn id="2" idx="3"/>
            <a:endCxn id="12" idx="3"/>
          </p:cNvCxnSpPr>
          <p:nvPr/>
        </p:nvCxnSpPr>
        <p:spPr>
          <a:xfrm flipV="1">
            <a:off x="431006" y="3629996"/>
            <a:ext cx="671322" cy="507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FB034FBF-6FF6-27F3-396C-F5FB47D8C0F0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6596079" y="2980717"/>
            <a:ext cx="411034" cy="446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2D09A73F-96DB-082F-F952-37DC72224D17}"/>
              </a:ext>
            </a:extLst>
          </p:cNvPr>
          <p:cNvCxnSpPr>
            <a:cxnSpLocks/>
            <a:stCxn id="10" idx="3"/>
            <a:endCxn id="19" idx="2"/>
          </p:cNvCxnSpPr>
          <p:nvPr/>
        </p:nvCxnSpPr>
        <p:spPr>
          <a:xfrm flipV="1">
            <a:off x="6596079" y="2756784"/>
            <a:ext cx="1025064" cy="223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0AEAB218-2C77-2242-C351-086C831E8C05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 flipV="1">
            <a:off x="6596079" y="2109645"/>
            <a:ext cx="1076489" cy="87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7027BF3B-28A1-5365-8CC1-9AEDED4974A8}"/>
              </a:ext>
            </a:extLst>
          </p:cNvPr>
          <p:cNvCxnSpPr>
            <a:cxnSpLocks/>
            <a:stCxn id="18" idx="6"/>
            <a:endCxn id="11" idx="0"/>
          </p:cNvCxnSpPr>
          <p:nvPr/>
        </p:nvCxnSpPr>
        <p:spPr>
          <a:xfrm>
            <a:off x="7795480" y="2160557"/>
            <a:ext cx="1203008" cy="807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B9ABEF9F-732B-6719-92C1-13747A77D9BA}"/>
              </a:ext>
            </a:extLst>
          </p:cNvPr>
          <p:cNvCxnSpPr>
            <a:cxnSpLocks/>
            <a:stCxn id="19" idx="6"/>
            <a:endCxn id="11" idx="1"/>
          </p:cNvCxnSpPr>
          <p:nvPr/>
        </p:nvCxnSpPr>
        <p:spPr>
          <a:xfrm>
            <a:off x="7765143" y="2756784"/>
            <a:ext cx="1083326" cy="359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A2BF85E6-2131-1B82-0DFF-2B647F5D1993}"/>
              </a:ext>
            </a:extLst>
          </p:cNvPr>
          <p:cNvCxnSpPr>
            <a:cxnSpLocks/>
            <a:stCxn id="20" idx="6"/>
            <a:endCxn id="11" idx="2"/>
          </p:cNvCxnSpPr>
          <p:nvPr/>
        </p:nvCxnSpPr>
        <p:spPr>
          <a:xfrm flipV="1">
            <a:off x="7130025" y="3265217"/>
            <a:ext cx="1868463" cy="213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FB1665BC-397E-C907-AB32-EB099CC6CECF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1204152" y="3629996"/>
            <a:ext cx="838770" cy="5333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3222E873-CF64-0F40-408F-032E1A389AC7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 flipV="1">
            <a:off x="1225240" y="3356999"/>
            <a:ext cx="1177594" cy="2220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897ADD84-D0E1-75B3-0D11-427D37DEA2DD}"/>
              </a:ext>
            </a:extLst>
          </p:cNvPr>
          <p:cNvCxnSpPr>
            <a:cxnSpLocks/>
            <a:stCxn id="13" idx="0"/>
            <a:endCxn id="14" idx="4"/>
          </p:cNvCxnSpPr>
          <p:nvPr/>
        </p:nvCxnSpPr>
        <p:spPr>
          <a:xfrm flipV="1">
            <a:off x="2093834" y="3428999"/>
            <a:ext cx="381000" cy="7132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7708267A-04CB-D433-3A9A-F6793DDFC06B}"/>
              </a:ext>
            </a:extLst>
          </p:cNvPr>
          <p:cNvCxnSpPr>
            <a:cxnSpLocks/>
            <a:stCxn id="16" idx="4"/>
            <a:endCxn id="17" idx="1"/>
          </p:cNvCxnSpPr>
          <p:nvPr/>
        </p:nvCxnSpPr>
        <p:spPr>
          <a:xfrm>
            <a:off x="4749180" y="3777528"/>
            <a:ext cx="429848" cy="5888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D2457861-2048-835F-90F5-501BBF04A4A2}"/>
              </a:ext>
            </a:extLst>
          </p:cNvPr>
          <p:cNvCxnSpPr>
            <a:cxnSpLocks/>
            <a:stCxn id="15" idx="5"/>
            <a:endCxn id="17" idx="7"/>
          </p:cNvCxnSpPr>
          <p:nvPr/>
        </p:nvCxnSpPr>
        <p:spPr>
          <a:xfrm>
            <a:off x="4652202" y="3090472"/>
            <a:ext cx="628650" cy="12759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59E27E7D-4339-C99B-1A79-5ED7CEA39EA1}"/>
              </a:ext>
            </a:extLst>
          </p:cNvPr>
          <p:cNvCxnSpPr>
            <a:cxnSpLocks/>
            <a:stCxn id="16" idx="0"/>
            <a:endCxn id="15" idx="4"/>
          </p:cNvCxnSpPr>
          <p:nvPr/>
        </p:nvCxnSpPr>
        <p:spPr>
          <a:xfrm flipH="1" flipV="1">
            <a:off x="4601290" y="3111560"/>
            <a:ext cx="147890" cy="5219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8F2DC898-B70A-B3D6-56B6-AC885BDEC75C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>
          <a:xfrm flipH="1">
            <a:off x="7108937" y="2807696"/>
            <a:ext cx="533294" cy="6197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44114824-52B1-6BF8-0A7C-8D147E336599}"/>
              </a:ext>
            </a:extLst>
          </p:cNvPr>
          <p:cNvCxnSpPr>
            <a:cxnSpLocks/>
            <a:stCxn id="18" idx="3"/>
            <a:endCxn id="20" idx="0"/>
          </p:cNvCxnSpPr>
          <p:nvPr/>
        </p:nvCxnSpPr>
        <p:spPr>
          <a:xfrm flipH="1">
            <a:off x="7058025" y="2211469"/>
            <a:ext cx="614543" cy="11949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2DB43673-FADC-EB52-5F22-59A147CD09B9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 flipH="1">
            <a:off x="7693143" y="2232557"/>
            <a:ext cx="30337" cy="4522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EF1764BD-939D-48C9-99BB-CB8AE7E713DD}"/>
              </a:ext>
            </a:extLst>
          </p:cNvPr>
          <p:cNvCxnSpPr>
            <a:stCxn id="2" idx="3"/>
            <a:endCxn id="9" idx="1"/>
          </p:cNvCxnSpPr>
          <p:nvPr/>
        </p:nvCxnSpPr>
        <p:spPr>
          <a:xfrm flipV="1">
            <a:off x="431006" y="3658294"/>
            <a:ext cx="3140550" cy="479128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1156C04E-DB22-04A3-E137-19A6E65F261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871593" y="2980717"/>
            <a:ext cx="2424449" cy="677577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5FDBCC7E-6CA3-4476-EAF0-4E140C59DAFD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596079" y="2980717"/>
            <a:ext cx="2252390" cy="135672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feld 112">
            <a:extLst>
              <a:ext uri="{FF2B5EF4-FFF2-40B4-BE49-F238E27FC236}">
                <a16:creationId xmlns:a16="http://schemas.microsoft.com/office/drawing/2014/main" id="{DBAF4A78-8051-B76D-B019-C2FF7C6F90FF}"/>
              </a:ext>
            </a:extLst>
          </p:cNvPr>
          <p:cNvSpPr txBox="1"/>
          <p:nvPr/>
        </p:nvSpPr>
        <p:spPr>
          <a:xfrm>
            <a:off x="334010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2</a:t>
            </a:r>
            <a:r>
              <a:rPr lang="de-DE" sz="1400" dirty="0"/>
              <a:t>, b</a:t>
            </a:r>
            <a:r>
              <a:rPr lang="de-DE" sz="1400" baseline="-25000" dirty="0"/>
              <a:t>2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5FF26CA2-419A-C09B-006F-DB3C6CE91623}"/>
              </a:ext>
            </a:extLst>
          </p:cNvPr>
          <p:cNvSpPr txBox="1"/>
          <p:nvPr/>
        </p:nvSpPr>
        <p:spPr>
          <a:xfrm>
            <a:off x="-102348" y="452329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1</a:t>
            </a:r>
            <a:r>
              <a:rPr lang="de-DE" sz="1400" dirty="0"/>
              <a:t>, b</a:t>
            </a:r>
            <a:r>
              <a:rPr lang="de-DE" sz="1400" baseline="-25000" dirty="0"/>
              <a:t>1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E589F065-8C6E-6107-5C29-7F2F819815B6}"/>
              </a:ext>
            </a:extLst>
          </p:cNvPr>
          <p:cNvSpPr txBox="1"/>
          <p:nvPr/>
        </p:nvSpPr>
        <p:spPr>
          <a:xfrm>
            <a:off x="605986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3</a:t>
            </a:r>
            <a:r>
              <a:rPr lang="de-DE" sz="1400" dirty="0"/>
              <a:t>, b</a:t>
            </a:r>
            <a:r>
              <a:rPr lang="de-DE" sz="1400" baseline="-25000" dirty="0"/>
              <a:t>3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E87E09BA-3D99-8F69-B1A6-C2A8D41B2B18}"/>
              </a:ext>
            </a:extLst>
          </p:cNvPr>
          <p:cNvSpPr txBox="1"/>
          <p:nvPr/>
        </p:nvSpPr>
        <p:spPr>
          <a:xfrm>
            <a:off x="862330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4</a:t>
            </a:r>
            <a:r>
              <a:rPr lang="de-DE" sz="1400" dirty="0"/>
              <a:t>, b</a:t>
            </a:r>
            <a:r>
              <a:rPr lang="de-DE" sz="1400" baseline="-25000" dirty="0"/>
              <a:t>4</a:t>
            </a:r>
            <a:r>
              <a:rPr lang="de-DE" sz="1400" dirty="0"/>
              <a:t>]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C9DAFD5E-2463-994C-02A6-B67D8D3DF8D3}"/>
                  </a:ext>
                </a:extLst>
              </p:cNvPr>
              <p:cNvSpPr txBox="1"/>
              <p:nvPr/>
            </p:nvSpPr>
            <p:spPr>
              <a:xfrm>
                <a:off x="3521700" y="3186256"/>
                <a:ext cx="21691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C9DAFD5E-2463-994C-02A6-B67D8D3DF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700" y="3186256"/>
                <a:ext cx="216919" cy="246221"/>
              </a:xfrm>
              <a:prstGeom prst="rect">
                <a:avLst/>
              </a:prstGeom>
              <a:blipFill>
                <a:blip r:embed="rId2"/>
                <a:stretch>
                  <a:fillRect l="-37143" r="-8571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224C6AB9-8416-51B4-2F0F-961B9671ABB5}"/>
                  </a:ext>
                </a:extLst>
              </p:cNvPr>
              <p:cNvSpPr txBox="1"/>
              <p:nvPr/>
            </p:nvSpPr>
            <p:spPr>
              <a:xfrm>
                <a:off x="30710" y="3684011"/>
                <a:ext cx="21217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224C6AB9-8416-51B4-2F0F-961B9671A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0" y="3684011"/>
                <a:ext cx="212173" cy="246221"/>
              </a:xfrm>
              <a:prstGeom prst="rect">
                <a:avLst/>
              </a:prstGeom>
              <a:blipFill>
                <a:blip r:embed="rId3"/>
                <a:stretch>
                  <a:fillRect l="-34286" r="-5714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1F2D254E-66CB-DA94-A632-513A59A7E6AE}"/>
                  </a:ext>
                </a:extLst>
              </p:cNvPr>
              <p:cNvSpPr txBox="1"/>
              <p:nvPr/>
            </p:nvSpPr>
            <p:spPr>
              <a:xfrm>
                <a:off x="6209245" y="2535517"/>
                <a:ext cx="21691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1F2D254E-66CB-DA94-A632-513A59A7E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245" y="2535517"/>
                <a:ext cx="216919" cy="246221"/>
              </a:xfrm>
              <a:prstGeom prst="rect">
                <a:avLst/>
              </a:prstGeom>
              <a:blipFill>
                <a:blip r:embed="rId4"/>
                <a:stretch>
                  <a:fillRect l="-37143" r="-8571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E589226A-67ED-D9E2-144C-F8E8E7ACB343}"/>
                  </a:ext>
                </a:extLst>
              </p:cNvPr>
              <p:cNvSpPr txBox="1"/>
              <p:nvPr/>
            </p:nvSpPr>
            <p:spPr>
              <a:xfrm>
                <a:off x="9100836" y="2684585"/>
                <a:ext cx="20890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E589226A-67ED-D9E2-144C-F8E8E7ACB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836" y="2684585"/>
                <a:ext cx="208903" cy="246221"/>
              </a:xfrm>
              <a:prstGeom prst="rect">
                <a:avLst/>
              </a:prstGeom>
              <a:blipFill>
                <a:blip r:embed="rId5"/>
                <a:stretch>
                  <a:fillRect l="-38235" r="-8824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" name="Grafik 122" descr="Arbeiten von zu Hause mit einfarbiger Füllung">
            <a:extLst>
              <a:ext uri="{FF2B5EF4-FFF2-40B4-BE49-F238E27FC236}">
                <a16:creationId xmlns:a16="http://schemas.microsoft.com/office/drawing/2014/main" id="{7738B788-57D8-B781-386D-F8CBCA1F56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8377" y="1442397"/>
            <a:ext cx="537657" cy="537657"/>
          </a:xfrm>
          <a:prstGeom prst="rect">
            <a:avLst/>
          </a:prstGeom>
        </p:spPr>
      </p:pic>
      <p:pic>
        <p:nvPicPr>
          <p:cNvPr id="125" name="Grafik 124" descr="Haus mit einfarbiger Füllung">
            <a:extLst>
              <a:ext uri="{FF2B5EF4-FFF2-40B4-BE49-F238E27FC236}">
                <a16:creationId xmlns:a16="http://schemas.microsoft.com/office/drawing/2014/main" id="{BB30060C-598D-FC43-912D-790B968537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4734" y="2006599"/>
            <a:ext cx="537657" cy="537657"/>
          </a:xfrm>
          <a:prstGeom prst="rect">
            <a:avLst/>
          </a:prstGeom>
        </p:spPr>
      </p:pic>
      <p:pic>
        <p:nvPicPr>
          <p:cNvPr id="126" name="Grafik 125" descr="Arbeiten von zu Hause mit einfarbiger Füllung">
            <a:extLst>
              <a:ext uri="{FF2B5EF4-FFF2-40B4-BE49-F238E27FC236}">
                <a16:creationId xmlns:a16="http://schemas.microsoft.com/office/drawing/2014/main" id="{F391ABDE-EB51-8719-2802-17AE6E185F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3336" y="3543766"/>
            <a:ext cx="537657" cy="537657"/>
          </a:xfrm>
          <a:prstGeom prst="rect">
            <a:avLst/>
          </a:prstGeom>
        </p:spPr>
      </p:pic>
      <p:pic>
        <p:nvPicPr>
          <p:cNvPr id="127" name="Grafik 126" descr="Haus mit einfarbiger Füllung">
            <a:extLst>
              <a:ext uri="{FF2B5EF4-FFF2-40B4-BE49-F238E27FC236}">
                <a16:creationId xmlns:a16="http://schemas.microsoft.com/office/drawing/2014/main" id="{34167D13-8CA7-2531-70D5-1FCBDDEF07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8055" y="4176194"/>
            <a:ext cx="537657" cy="5376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AC200D00-67BE-E901-1122-E9E159C8DEA9}"/>
                  </a:ext>
                </a:extLst>
              </p:cNvPr>
              <p:cNvSpPr txBox="1"/>
              <p:nvPr/>
            </p:nvSpPr>
            <p:spPr>
              <a:xfrm>
                <a:off x="1750583" y="4748506"/>
                <a:ext cx="23461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AC200D00-67BE-E901-1122-E9E159C8D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83" y="4748506"/>
                <a:ext cx="234616" cy="246221"/>
              </a:xfrm>
              <a:prstGeom prst="rect">
                <a:avLst/>
              </a:prstGeom>
              <a:blipFill>
                <a:blip r:embed="rId14"/>
                <a:stretch>
                  <a:fillRect l="-20513" r="-256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1611893A-8AA1-03E5-EE44-FA170AFF05AD}"/>
                  </a:ext>
                </a:extLst>
              </p:cNvPr>
              <p:cNvSpPr txBox="1"/>
              <p:nvPr/>
            </p:nvSpPr>
            <p:spPr>
              <a:xfrm>
                <a:off x="5179028" y="4548360"/>
                <a:ext cx="23936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600" b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1611893A-8AA1-03E5-EE44-FA170AFF0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028" y="4548360"/>
                <a:ext cx="239361" cy="246221"/>
              </a:xfrm>
              <a:prstGeom prst="rect">
                <a:avLst/>
              </a:prstGeom>
              <a:blipFill>
                <a:blip r:embed="rId15"/>
                <a:stretch>
                  <a:fillRect l="-23077" r="-5128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C44B35E6-E0B5-F31F-5C49-752DD1F3D2DD}"/>
                  </a:ext>
                </a:extLst>
              </p:cNvPr>
              <p:cNvSpPr txBox="1"/>
              <p:nvPr/>
            </p:nvSpPr>
            <p:spPr>
              <a:xfrm>
                <a:off x="7795480" y="3896324"/>
                <a:ext cx="23936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1600" b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C44B35E6-E0B5-F31F-5C49-752DD1F3D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80" y="3896324"/>
                <a:ext cx="239361" cy="246221"/>
              </a:xfrm>
              <a:prstGeom prst="rect">
                <a:avLst/>
              </a:prstGeom>
              <a:blipFill>
                <a:blip r:embed="rId16"/>
                <a:stretch>
                  <a:fillRect l="-23077" r="-5128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134B5EDF-1587-E6CD-EA07-DB1E3EE17E95}"/>
              </a:ext>
            </a:extLst>
          </p:cNvPr>
          <p:cNvCxnSpPr>
            <a:cxnSpLocks/>
          </p:cNvCxnSpPr>
          <p:nvPr/>
        </p:nvCxnSpPr>
        <p:spPr>
          <a:xfrm flipH="1" flipV="1">
            <a:off x="503006" y="4266762"/>
            <a:ext cx="523610" cy="250821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E050450C-C04E-7EDA-68DF-86815FE27EAB}"/>
              </a:ext>
            </a:extLst>
          </p:cNvPr>
          <p:cNvCxnSpPr>
            <a:cxnSpLocks/>
          </p:cNvCxnSpPr>
          <p:nvPr/>
        </p:nvCxnSpPr>
        <p:spPr>
          <a:xfrm flipV="1">
            <a:off x="1519399" y="4318450"/>
            <a:ext cx="479410" cy="22536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Gerade Verbindung mit Pfeil 142">
            <a:extLst>
              <a:ext uri="{FF2B5EF4-FFF2-40B4-BE49-F238E27FC236}">
                <a16:creationId xmlns:a16="http://schemas.microsoft.com/office/drawing/2014/main" id="{0DE72BB9-C56D-C323-146A-E89DB48C0FA1}"/>
              </a:ext>
            </a:extLst>
          </p:cNvPr>
          <p:cNvCxnSpPr>
            <a:cxnSpLocks/>
          </p:cNvCxnSpPr>
          <p:nvPr/>
        </p:nvCxnSpPr>
        <p:spPr>
          <a:xfrm flipH="1">
            <a:off x="279545" y="2535517"/>
            <a:ext cx="801695" cy="1394715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080FFC16-7071-C199-AC3F-E40E1A104D27}"/>
              </a:ext>
            </a:extLst>
          </p:cNvPr>
          <p:cNvCxnSpPr>
            <a:cxnSpLocks/>
          </p:cNvCxnSpPr>
          <p:nvPr/>
        </p:nvCxnSpPr>
        <p:spPr>
          <a:xfrm flipH="1">
            <a:off x="1145348" y="2544256"/>
            <a:ext cx="5976" cy="9425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43AB3BDA-CE26-D4A3-C390-6EDA6BDFADBC}"/>
              </a:ext>
            </a:extLst>
          </p:cNvPr>
          <p:cNvCxnSpPr>
            <a:cxnSpLocks/>
          </p:cNvCxnSpPr>
          <p:nvPr/>
        </p:nvCxnSpPr>
        <p:spPr>
          <a:xfrm>
            <a:off x="1351038" y="2491744"/>
            <a:ext cx="1043713" cy="802711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Gerade Verbindung mit Pfeil 151">
            <a:extLst>
              <a:ext uri="{FF2B5EF4-FFF2-40B4-BE49-F238E27FC236}">
                <a16:creationId xmlns:a16="http://schemas.microsoft.com/office/drawing/2014/main" id="{67331516-EB57-D735-92B3-0657B8520602}"/>
              </a:ext>
            </a:extLst>
          </p:cNvPr>
          <p:cNvCxnSpPr>
            <a:cxnSpLocks/>
          </p:cNvCxnSpPr>
          <p:nvPr/>
        </p:nvCxnSpPr>
        <p:spPr>
          <a:xfrm>
            <a:off x="6521091" y="3189458"/>
            <a:ext cx="74988" cy="421602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4FD7CA4A-27D9-0859-C256-92F8B86C7407}"/>
              </a:ext>
            </a:extLst>
          </p:cNvPr>
          <p:cNvCxnSpPr>
            <a:cxnSpLocks/>
          </p:cNvCxnSpPr>
          <p:nvPr/>
        </p:nvCxnSpPr>
        <p:spPr>
          <a:xfrm flipH="1">
            <a:off x="6890062" y="3579084"/>
            <a:ext cx="117051" cy="126444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2C6F45F0-7781-4A92-2A23-AFA32A8B5B3A}"/>
              </a:ext>
            </a:extLst>
          </p:cNvPr>
          <p:cNvCxnSpPr>
            <a:cxnSpLocks/>
          </p:cNvCxnSpPr>
          <p:nvPr/>
        </p:nvCxnSpPr>
        <p:spPr>
          <a:xfrm flipV="1">
            <a:off x="7795480" y="1930400"/>
            <a:ext cx="154720" cy="158157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628FAC11-834F-5E9B-B1E8-EBF18CCFF505}"/>
              </a:ext>
            </a:extLst>
          </p:cNvPr>
          <p:cNvCxnSpPr>
            <a:cxnSpLocks/>
          </p:cNvCxnSpPr>
          <p:nvPr/>
        </p:nvCxnSpPr>
        <p:spPr>
          <a:xfrm flipV="1">
            <a:off x="7765143" y="2006599"/>
            <a:ext cx="261570" cy="677986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Ellipse 165">
            <a:extLst>
              <a:ext uri="{FF2B5EF4-FFF2-40B4-BE49-F238E27FC236}">
                <a16:creationId xmlns:a16="http://schemas.microsoft.com/office/drawing/2014/main" id="{93EAEA3A-40B7-DBB4-EF83-A0F729EFA40B}"/>
              </a:ext>
            </a:extLst>
          </p:cNvPr>
          <p:cNvSpPr/>
          <p:nvPr/>
        </p:nvSpPr>
        <p:spPr>
          <a:xfrm>
            <a:off x="6641117" y="2011842"/>
            <a:ext cx="2114777" cy="1849501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hteck 166">
            <a:extLst>
              <a:ext uri="{FF2B5EF4-FFF2-40B4-BE49-F238E27FC236}">
                <a16:creationId xmlns:a16="http://schemas.microsoft.com/office/drawing/2014/main" id="{AD319C16-1372-D25C-D024-07F35FEACA19}"/>
              </a:ext>
            </a:extLst>
          </p:cNvPr>
          <p:cNvSpPr/>
          <p:nvPr/>
        </p:nvSpPr>
        <p:spPr>
          <a:xfrm>
            <a:off x="9441924" y="1296649"/>
            <a:ext cx="2719366" cy="3799585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lnSpc>
                <a:spcPct val="200000"/>
              </a:lnSpc>
            </a:pPr>
            <a:r>
              <a:rPr lang="de-DE" sz="1500" dirty="0"/>
              <a:t>Request </a:t>
            </a:r>
            <a:r>
              <a:rPr lang="de-DE" sz="1500" dirty="0" err="1"/>
              <a:t>origin</a:t>
            </a:r>
            <a:endParaRPr lang="de-DE" sz="1500" dirty="0"/>
          </a:p>
          <a:p>
            <a:pPr lvl="1">
              <a:lnSpc>
                <a:spcPct val="200000"/>
              </a:lnSpc>
            </a:pPr>
            <a:r>
              <a:rPr lang="de-DE" sz="1500" dirty="0"/>
              <a:t>Request </a:t>
            </a:r>
            <a:r>
              <a:rPr lang="de-DE" sz="1500" dirty="0" err="1"/>
              <a:t>destination</a:t>
            </a:r>
            <a:endParaRPr lang="de-DE" sz="1500" dirty="0"/>
          </a:p>
          <a:p>
            <a:pPr lvl="1">
              <a:lnSpc>
                <a:spcPct val="200000"/>
              </a:lnSpc>
            </a:pPr>
            <a:r>
              <a:rPr lang="de-DE" sz="1500" dirty="0" err="1"/>
              <a:t>Compulsory</a:t>
            </a:r>
            <a:r>
              <a:rPr lang="de-DE" sz="1500" dirty="0"/>
              <a:t> </a:t>
            </a:r>
            <a:r>
              <a:rPr lang="de-DE" sz="1500" dirty="0" err="1"/>
              <a:t>stop</a:t>
            </a:r>
            <a:endParaRPr lang="de-DE" sz="1500" dirty="0"/>
          </a:p>
          <a:p>
            <a:pPr lvl="1">
              <a:lnSpc>
                <a:spcPct val="200000"/>
              </a:lnSpc>
            </a:pPr>
            <a:r>
              <a:rPr lang="de-DE" sz="1500" dirty="0"/>
              <a:t>Optional </a:t>
            </a:r>
            <a:r>
              <a:rPr lang="de-DE" sz="1500" dirty="0" err="1"/>
              <a:t>stop</a:t>
            </a:r>
            <a:endParaRPr lang="de-DE" sz="1500" dirty="0"/>
          </a:p>
          <a:p>
            <a:pPr lvl="1">
              <a:lnSpc>
                <a:spcPct val="200000"/>
              </a:lnSpc>
            </a:pPr>
            <a:r>
              <a:rPr lang="de-DE" sz="1500" dirty="0" err="1"/>
              <a:t>Direct</a:t>
            </a:r>
            <a:r>
              <a:rPr lang="de-DE" sz="1500" dirty="0"/>
              <a:t> </a:t>
            </a:r>
            <a:r>
              <a:rPr lang="de-DE" sz="1500" dirty="0" err="1"/>
              <a:t>path</a:t>
            </a:r>
            <a:endParaRPr lang="de-DE" sz="1500" dirty="0"/>
          </a:p>
          <a:p>
            <a:pPr lvl="1">
              <a:lnSpc>
                <a:spcPct val="200000"/>
              </a:lnSpc>
            </a:pPr>
            <a:r>
              <a:rPr lang="de-DE" sz="1500" dirty="0"/>
              <a:t>Segment </a:t>
            </a:r>
            <a:r>
              <a:rPr lang="de-DE" sz="1500" dirty="0" err="1"/>
              <a:t>arc</a:t>
            </a:r>
            <a:endParaRPr lang="de-DE" sz="1500" dirty="0"/>
          </a:p>
          <a:p>
            <a:pPr lvl="1">
              <a:lnSpc>
                <a:spcPct val="200000"/>
              </a:lnSpc>
            </a:pPr>
            <a:r>
              <a:rPr lang="de-DE" sz="1500" dirty="0"/>
              <a:t>On-/off-boarding </a:t>
            </a:r>
            <a:r>
              <a:rPr lang="de-DE" sz="1500" dirty="0" err="1"/>
              <a:t>arc</a:t>
            </a:r>
            <a:endParaRPr lang="de-DE" sz="1500" dirty="0"/>
          </a:p>
          <a:p>
            <a:pPr lvl="1">
              <a:lnSpc>
                <a:spcPct val="200000"/>
              </a:lnSpc>
            </a:pPr>
            <a:r>
              <a:rPr lang="de-DE" sz="1500" dirty="0"/>
              <a:t>Segment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68" name="Grafik 167" descr="Haus mit einfarbiger Füllung">
            <a:extLst>
              <a:ext uri="{FF2B5EF4-FFF2-40B4-BE49-F238E27FC236}">
                <a16:creationId xmlns:a16="http://schemas.microsoft.com/office/drawing/2014/main" id="{CC8A90BD-72C7-34D9-A3EA-B0666BF885B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41925" y="1296650"/>
            <a:ext cx="465834" cy="465834"/>
          </a:xfrm>
          <a:prstGeom prst="rect">
            <a:avLst/>
          </a:prstGeom>
        </p:spPr>
      </p:pic>
      <p:pic>
        <p:nvPicPr>
          <p:cNvPr id="169" name="Grafik 168" descr="Arbeiten von zu Hause mit einfarbiger Füllung">
            <a:extLst>
              <a:ext uri="{FF2B5EF4-FFF2-40B4-BE49-F238E27FC236}">
                <a16:creationId xmlns:a16="http://schemas.microsoft.com/office/drawing/2014/main" id="{6FAFFC81-8280-EB3E-85DB-36549B6840B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41923" y="1711225"/>
            <a:ext cx="465834" cy="465834"/>
          </a:xfrm>
          <a:prstGeom prst="rect">
            <a:avLst/>
          </a:prstGeom>
        </p:spPr>
      </p:pic>
      <p:sp>
        <p:nvSpPr>
          <p:cNvPr id="170" name="Rechteck 169">
            <a:extLst>
              <a:ext uri="{FF2B5EF4-FFF2-40B4-BE49-F238E27FC236}">
                <a16:creationId xmlns:a16="http://schemas.microsoft.com/office/drawing/2014/main" id="{E7EC95DD-B3CF-3A5A-0251-528838EF4FF9}"/>
              </a:ext>
            </a:extLst>
          </p:cNvPr>
          <p:cNvSpPr/>
          <p:nvPr/>
        </p:nvSpPr>
        <p:spPr>
          <a:xfrm>
            <a:off x="9524821" y="2269895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550FC967-A939-E2AC-C894-1FBE2911CC7C}"/>
              </a:ext>
            </a:extLst>
          </p:cNvPr>
          <p:cNvSpPr/>
          <p:nvPr/>
        </p:nvSpPr>
        <p:spPr>
          <a:xfrm>
            <a:off x="9609175" y="2821099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2" name="Gerade Verbindung mit Pfeil 171">
            <a:extLst>
              <a:ext uri="{FF2B5EF4-FFF2-40B4-BE49-F238E27FC236}">
                <a16:creationId xmlns:a16="http://schemas.microsoft.com/office/drawing/2014/main" id="{E81A614D-DF75-2647-5D21-31F6895FE2EB}"/>
              </a:ext>
            </a:extLst>
          </p:cNvPr>
          <p:cNvCxnSpPr>
            <a:cxnSpLocks/>
          </p:cNvCxnSpPr>
          <p:nvPr/>
        </p:nvCxnSpPr>
        <p:spPr>
          <a:xfrm flipV="1">
            <a:off x="9524821" y="3281569"/>
            <a:ext cx="350177" cy="101464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5A13E95B-0C4E-E333-7462-8786A512E46D}"/>
              </a:ext>
            </a:extLst>
          </p:cNvPr>
          <p:cNvCxnSpPr>
            <a:cxnSpLocks/>
          </p:cNvCxnSpPr>
          <p:nvPr/>
        </p:nvCxnSpPr>
        <p:spPr>
          <a:xfrm flipV="1">
            <a:off x="9524821" y="3726796"/>
            <a:ext cx="350177" cy="101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Gerade Verbindung mit Pfeil 174">
            <a:extLst>
              <a:ext uri="{FF2B5EF4-FFF2-40B4-BE49-F238E27FC236}">
                <a16:creationId xmlns:a16="http://schemas.microsoft.com/office/drawing/2014/main" id="{CF992F57-4F49-937D-D990-B27E660E767C}"/>
              </a:ext>
            </a:extLst>
          </p:cNvPr>
          <p:cNvCxnSpPr>
            <a:cxnSpLocks/>
          </p:cNvCxnSpPr>
          <p:nvPr/>
        </p:nvCxnSpPr>
        <p:spPr>
          <a:xfrm flipV="1">
            <a:off x="9551665" y="4214878"/>
            <a:ext cx="350177" cy="101464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Ellipse 176">
            <a:extLst>
              <a:ext uri="{FF2B5EF4-FFF2-40B4-BE49-F238E27FC236}">
                <a16:creationId xmlns:a16="http://schemas.microsoft.com/office/drawing/2014/main" id="{4807AD93-0092-BAC9-12C9-918232973BB4}"/>
              </a:ext>
            </a:extLst>
          </p:cNvPr>
          <p:cNvSpPr/>
          <p:nvPr/>
        </p:nvSpPr>
        <p:spPr>
          <a:xfrm rot="20904886">
            <a:off x="9547988" y="4589408"/>
            <a:ext cx="350177" cy="268088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68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7E26-E18E-F729-35A2-11818669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Ellipse 164">
            <a:extLst>
              <a:ext uri="{FF2B5EF4-FFF2-40B4-BE49-F238E27FC236}">
                <a16:creationId xmlns:a16="http://schemas.microsoft.com/office/drawing/2014/main" id="{B95E5843-5EB5-BAD8-A97C-539F27CCF99E}"/>
              </a:ext>
            </a:extLst>
          </p:cNvPr>
          <p:cNvSpPr/>
          <p:nvPr/>
        </p:nvSpPr>
        <p:spPr>
          <a:xfrm rot="20629330">
            <a:off x="3988997" y="2682674"/>
            <a:ext cx="2292469" cy="1849501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8C8A44A2-D603-201F-9BC2-6394D077BBE4}"/>
              </a:ext>
            </a:extLst>
          </p:cNvPr>
          <p:cNvSpPr/>
          <p:nvPr/>
        </p:nvSpPr>
        <p:spPr>
          <a:xfrm rot="20629330">
            <a:off x="498018" y="3051414"/>
            <a:ext cx="2893189" cy="1674932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81CE57C-8412-01DA-242A-01F3C35E5B5B}"/>
              </a:ext>
            </a:extLst>
          </p:cNvPr>
          <p:cNvSpPr/>
          <p:nvPr/>
        </p:nvSpPr>
        <p:spPr>
          <a:xfrm>
            <a:off x="130969" y="3988593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B8E68E9-7151-16ED-80F1-974D5E2220FC}"/>
              </a:ext>
            </a:extLst>
          </p:cNvPr>
          <p:cNvSpPr/>
          <p:nvPr/>
        </p:nvSpPr>
        <p:spPr>
          <a:xfrm>
            <a:off x="3571556" y="3509465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AAB3221-9897-9DEA-CA2A-57A9D643E217}"/>
              </a:ext>
            </a:extLst>
          </p:cNvPr>
          <p:cNvSpPr/>
          <p:nvPr/>
        </p:nvSpPr>
        <p:spPr>
          <a:xfrm>
            <a:off x="6296042" y="2831888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C533132-57BE-2CAE-ABA0-BCDA338F19B8}"/>
              </a:ext>
            </a:extLst>
          </p:cNvPr>
          <p:cNvSpPr/>
          <p:nvPr/>
        </p:nvSpPr>
        <p:spPr>
          <a:xfrm>
            <a:off x="8848469" y="2967560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9B7061C-6A00-B757-C920-3A3F1803DBD2}"/>
              </a:ext>
            </a:extLst>
          </p:cNvPr>
          <p:cNvSpPr/>
          <p:nvPr/>
        </p:nvSpPr>
        <p:spPr>
          <a:xfrm>
            <a:off x="1081240" y="35070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FC59C9-FEBC-9556-F3B0-61B20BA8A755}"/>
              </a:ext>
            </a:extLst>
          </p:cNvPr>
          <p:cNvSpPr/>
          <p:nvPr/>
        </p:nvSpPr>
        <p:spPr>
          <a:xfrm>
            <a:off x="2021834" y="4142250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F76DF0D-A801-26D7-9678-07D59316D6D7}"/>
              </a:ext>
            </a:extLst>
          </p:cNvPr>
          <p:cNvSpPr/>
          <p:nvPr/>
        </p:nvSpPr>
        <p:spPr>
          <a:xfrm>
            <a:off x="2402834" y="3284999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D1EA567-2E93-5858-F3B5-262A6152DEDB}"/>
              </a:ext>
            </a:extLst>
          </p:cNvPr>
          <p:cNvSpPr/>
          <p:nvPr/>
        </p:nvSpPr>
        <p:spPr>
          <a:xfrm>
            <a:off x="4529290" y="2967560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F2F1B9C-DA50-888B-0F2F-66647873CA20}"/>
              </a:ext>
            </a:extLst>
          </p:cNvPr>
          <p:cNvSpPr/>
          <p:nvPr/>
        </p:nvSpPr>
        <p:spPr>
          <a:xfrm>
            <a:off x="4677180" y="3633528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B46C079-326C-A675-E083-50B7F51343AB}"/>
              </a:ext>
            </a:extLst>
          </p:cNvPr>
          <p:cNvSpPr/>
          <p:nvPr/>
        </p:nvSpPr>
        <p:spPr>
          <a:xfrm>
            <a:off x="5157940" y="43452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F74F6BC-C5A2-C5B6-0D0E-5CFBE486B346}"/>
              </a:ext>
            </a:extLst>
          </p:cNvPr>
          <p:cNvSpPr/>
          <p:nvPr/>
        </p:nvSpPr>
        <p:spPr>
          <a:xfrm>
            <a:off x="7651480" y="2088557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0E08FD4-EA1A-95D2-0C27-8CF723499D64}"/>
              </a:ext>
            </a:extLst>
          </p:cNvPr>
          <p:cNvSpPr/>
          <p:nvPr/>
        </p:nvSpPr>
        <p:spPr>
          <a:xfrm>
            <a:off x="7621143" y="26847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8454DEF-21D2-7BC7-505D-F1DC8BF285C9}"/>
              </a:ext>
            </a:extLst>
          </p:cNvPr>
          <p:cNvSpPr/>
          <p:nvPr/>
        </p:nvSpPr>
        <p:spPr>
          <a:xfrm>
            <a:off x="6986025" y="3406375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A5042ECA-60F7-87B7-85E9-3EE19493AEB2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871593" y="2980717"/>
            <a:ext cx="2424449" cy="677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2EA99A0E-4F3A-1085-D52C-9D172188E232}"/>
              </a:ext>
            </a:extLst>
          </p:cNvPr>
          <p:cNvCxnSpPr>
            <a:cxnSpLocks/>
            <a:stCxn id="13" idx="6"/>
            <a:endCxn id="9" idx="2"/>
          </p:cNvCxnSpPr>
          <p:nvPr/>
        </p:nvCxnSpPr>
        <p:spPr>
          <a:xfrm flipV="1">
            <a:off x="2165834" y="3807122"/>
            <a:ext cx="1555741" cy="407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70324E3F-EFF9-4CD7-0D91-AE9E432EA6EC}"/>
              </a:ext>
            </a:extLst>
          </p:cNvPr>
          <p:cNvCxnSpPr>
            <a:cxnSpLocks/>
            <a:stCxn id="2" idx="3"/>
            <a:endCxn id="12" idx="3"/>
          </p:cNvCxnSpPr>
          <p:nvPr/>
        </p:nvCxnSpPr>
        <p:spPr>
          <a:xfrm flipV="1">
            <a:off x="431006" y="3629996"/>
            <a:ext cx="671322" cy="507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ED0BAB16-3F5E-6415-EF72-20C382C8B80E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 flipV="1">
            <a:off x="6596079" y="2109645"/>
            <a:ext cx="1076489" cy="87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491621F6-54B9-B0BE-DAEC-5FC70B57D346}"/>
              </a:ext>
            </a:extLst>
          </p:cNvPr>
          <p:cNvCxnSpPr>
            <a:cxnSpLocks/>
            <a:stCxn id="18" idx="6"/>
            <a:endCxn id="11" idx="0"/>
          </p:cNvCxnSpPr>
          <p:nvPr/>
        </p:nvCxnSpPr>
        <p:spPr>
          <a:xfrm>
            <a:off x="7795480" y="2160557"/>
            <a:ext cx="1203008" cy="807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feld 112">
            <a:extLst>
              <a:ext uri="{FF2B5EF4-FFF2-40B4-BE49-F238E27FC236}">
                <a16:creationId xmlns:a16="http://schemas.microsoft.com/office/drawing/2014/main" id="{EDA0FA19-DA7E-EE69-4DCA-D5326176179A}"/>
              </a:ext>
            </a:extLst>
          </p:cNvPr>
          <p:cNvSpPr txBox="1"/>
          <p:nvPr/>
        </p:nvSpPr>
        <p:spPr>
          <a:xfrm>
            <a:off x="334010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2</a:t>
            </a:r>
            <a:r>
              <a:rPr lang="de-DE" sz="1400" dirty="0"/>
              <a:t>, b</a:t>
            </a:r>
            <a:r>
              <a:rPr lang="de-DE" sz="1400" baseline="-25000" dirty="0"/>
              <a:t>2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4E642711-CD47-FFD3-0F3B-BFC0A290CCAD}"/>
              </a:ext>
            </a:extLst>
          </p:cNvPr>
          <p:cNvSpPr txBox="1"/>
          <p:nvPr/>
        </p:nvSpPr>
        <p:spPr>
          <a:xfrm>
            <a:off x="-102348" y="452329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1</a:t>
            </a:r>
            <a:r>
              <a:rPr lang="de-DE" sz="1400" dirty="0"/>
              <a:t>, b</a:t>
            </a:r>
            <a:r>
              <a:rPr lang="de-DE" sz="1400" baseline="-25000" dirty="0"/>
              <a:t>1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56E602FB-69DD-8499-02B1-E284966AED7E}"/>
              </a:ext>
            </a:extLst>
          </p:cNvPr>
          <p:cNvSpPr txBox="1"/>
          <p:nvPr/>
        </p:nvSpPr>
        <p:spPr>
          <a:xfrm>
            <a:off x="605986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3</a:t>
            </a:r>
            <a:r>
              <a:rPr lang="de-DE" sz="1400" dirty="0"/>
              <a:t>, b</a:t>
            </a:r>
            <a:r>
              <a:rPr lang="de-DE" sz="1400" baseline="-25000" dirty="0"/>
              <a:t>3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688ACD08-A2F0-F2DD-AFC5-37FF4DE88524}"/>
              </a:ext>
            </a:extLst>
          </p:cNvPr>
          <p:cNvSpPr txBox="1"/>
          <p:nvPr/>
        </p:nvSpPr>
        <p:spPr>
          <a:xfrm>
            <a:off x="862330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4</a:t>
            </a:r>
            <a:r>
              <a:rPr lang="de-DE" sz="1400" dirty="0"/>
              <a:t>, b</a:t>
            </a:r>
            <a:r>
              <a:rPr lang="de-DE" sz="1400" baseline="-25000" dirty="0"/>
              <a:t>4</a:t>
            </a:r>
            <a:r>
              <a:rPr lang="de-DE" sz="1400" dirty="0"/>
              <a:t>]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D7307A3C-4AE0-E281-F1DF-38B6528D36F3}"/>
                  </a:ext>
                </a:extLst>
              </p:cNvPr>
              <p:cNvSpPr txBox="1"/>
              <p:nvPr/>
            </p:nvSpPr>
            <p:spPr>
              <a:xfrm>
                <a:off x="3521700" y="3186256"/>
                <a:ext cx="21691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D7307A3C-4AE0-E281-F1DF-38B6528D3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700" y="3186256"/>
                <a:ext cx="216919" cy="246221"/>
              </a:xfrm>
              <a:prstGeom prst="rect">
                <a:avLst/>
              </a:prstGeom>
              <a:blipFill>
                <a:blip r:embed="rId2"/>
                <a:stretch>
                  <a:fillRect l="-37143" r="-8571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B1B63345-50F5-21F6-CF7E-5617C995D987}"/>
                  </a:ext>
                </a:extLst>
              </p:cNvPr>
              <p:cNvSpPr txBox="1"/>
              <p:nvPr/>
            </p:nvSpPr>
            <p:spPr>
              <a:xfrm>
                <a:off x="30710" y="3684011"/>
                <a:ext cx="21217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B1B63345-50F5-21F6-CF7E-5617C995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0" y="3684011"/>
                <a:ext cx="212173" cy="246221"/>
              </a:xfrm>
              <a:prstGeom prst="rect">
                <a:avLst/>
              </a:prstGeom>
              <a:blipFill>
                <a:blip r:embed="rId3"/>
                <a:stretch>
                  <a:fillRect l="-34286" r="-5714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F16D9136-D041-D60F-36CF-34B1D99546AB}"/>
                  </a:ext>
                </a:extLst>
              </p:cNvPr>
              <p:cNvSpPr txBox="1"/>
              <p:nvPr/>
            </p:nvSpPr>
            <p:spPr>
              <a:xfrm>
                <a:off x="6209245" y="2535517"/>
                <a:ext cx="21691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F16D9136-D041-D60F-36CF-34B1D9954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245" y="2535517"/>
                <a:ext cx="216919" cy="246221"/>
              </a:xfrm>
              <a:prstGeom prst="rect">
                <a:avLst/>
              </a:prstGeom>
              <a:blipFill>
                <a:blip r:embed="rId4"/>
                <a:stretch>
                  <a:fillRect l="-37143" r="-8571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DEF92411-EB72-99F6-C0AC-393A44A4EE47}"/>
                  </a:ext>
                </a:extLst>
              </p:cNvPr>
              <p:cNvSpPr txBox="1"/>
              <p:nvPr/>
            </p:nvSpPr>
            <p:spPr>
              <a:xfrm>
                <a:off x="9100836" y="2684585"/>
                <a:ext cx="20890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DEF92411-EB72-99F6-C0AC-393A44A4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836" y="2684585"/>
                <a:ext cx="208903" cy="246221"/>
              </a:xfrm>
              <a:prstGeom prst="rect">
                <a:avLst/>
              </a:prstGeom>
              <a:blipFill>
                <a:blip r:embed="rId5"/>
                <a:stretch>
                  <a:fillRect l="-38235" r="-8824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" name="Grafik 122" descr="Arbeiten von zu Hause mit einfarbiger Füllung">
            <a:extLst>
              <a:ext uri="{FF2B5EF4-FFF2-40B4-BE49-F238E27FC236}">
                <a16:creationId xmlns:a16="http://schemas.microsoft.com/office/drawing/2014/main" id="{88DE6ECC-4F38-9333-6A81-6C720D7B3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8377" y="1442397"/>
            <a:ext cx="537657" cy="537657"/>
          </a:xfrm>
          <a:prstGeom prst="rect">
            <a:avLst/>
          </a:prstGeom>
        </p:spPr>
      </p:pic>
      <p:pic>
        <p:nvPicPr>
          <p:cNvPr id="125" name="Grafik 124" descr="Haus mit einfarbiger Füllung">
            <a:extLst>
              <a:ext uri="{FF2B5EF4-FFF2-40B4-BE49-F238E27FC236}">
                <a16:creationId xmlns:a16="http://schemas.microsoft.com/office/drawing/2014/main" id="{D70A5A52-6B3C-1825-498C-D1DF0D8270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4734" y="2006599"/>
            <a:ext cx="537657" cy="537657"/>
          </a:xfrm>
          <a:prstGeom prst="rect">
            <a:avLst/>
          </a:prstGeom>
        </p:spPr>
      </p:pic>
      <p:pic>
        <p:nvPicPr>
          <p:cNvPr id="126" name="Grafik 125" descr="Arbeiten von zu Hause mit einfarbiger Füllung">
            <a:extLst>
              <a:ext uri="{FF2B5EF4-FFF2-40B4-BE49-F238E27FC236}">
                <a16:creationId xmlns:a16="http://schemas.microsoft.com/office/drawing/2014/main" id="{E0D4ACAD-8B1C-6FD3-A9B4-75FC16D982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3336" y="3543766"/>
            <a:ext cx="537657" cy="537657"/>
          </a:xfrm>
          <a:prstGeom prst="rect">
            <a:avLst/>
          </a:prstGeom>
        </p:spPr>
      </p:pic>
      <p:pic>
        <p:nvPicPr>
          <p:cNvPr id="127" name="Grafik 126" descr="Haus mit einfarbiger Füllung">
            <a:extLst>
              <a:ext uri="{FF2B5EF4-FFF2-40B4-BE49-F238E27FC236}">
                <a16:creationId xmlns:a16="http://schemas.microsoft.com/office/drawing/2014/main" id="{6108B082-0591-BB05-4033-BA67E36929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8055" y="4176194"/>
            <a:ext cx="537657" cy="5376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1B141C54-0CCA-4B8A-EE6F-8D37F817FBE7}"/>
                  </a:ext>
                </a:extLst>
              </p:cNvPr>
              <p:cNvSpPr txBox="1"/>
              <p:nvPr/>
            </p:nvSpPr>
            <p:spPr>
              <a:xfrm>
                <a:off x="1750583" y="4748506"/>
                <a:ext cx="23461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1B141C54-0CCA-4B8A-EE6F-8D37F817F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83" y="4748506"/>
                <a:ext cx="234616" cy="246221"/>
              </a:xfrm>
              <a:prstGeom prst="rect">
                <a:avLst/>
              </a:prstGeom>
              <a:blipFill>
                <a:blip r:embed="rId14"/>
                <a:stretch>
                  <a:fillRect l="-20513" r="-256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FBF639A1-D28E-6F37-F77E-CEC6C0272C8D}"/>
                  </a:ext>
                </a:extLst>
              </p:cNvPr>
              <p:cNvSpPr txBox="1"/>
              <p:nvPr/>
            </p:nvSpPr>
            <p:spPr>
              <a:xfrm>
                <a:off x="5179028" y="4548360"/>
                <a:ext cx="23936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600" b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FBF639A1-D28E-6F37-F77E-CEC6C0272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028" y="4548360"/>
                <a:ext cx="239361" cy="246221"/>
              </a:xfrm>
              <a:prstGeom prst="rect">
                <a:avLst/>
              </a:prstGeom>
              <a:blipFill>
                <a:blip r:embed="rId15"/>
                <a:stretch>
                  <a:fillRect l="-23077" r="-5128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4B073DF2-3C0C-E2CE-03FD-460FE399C838}"/>
                  </a:ext>
                </a:extLst>
              </p:cNvPr>
              <p:cNvSpPr txBox="1"/>
              <p:nvPr/>
            </p:nvSpPr>
            <p:spPr>
              <a:xfrm>
                <a:off x="7795480" y="3896324"/>
                <a:ext cx="23936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1600" b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4B073DF2-3C0C-E2CE-03FD-460FE399C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80" y="3896324"/>
                <a:ext cx="239361" cy="246221"/>
              </a:xfrm>
              <a:prstGeom prst="rect">
                <a:avLst/>
              </a:prstGeom>
              <a:blipFill>
                <a:blip r:embed="rId16"/>
                <a:stretch>
                  <a:fillRect l="-23077" r="-5128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45DFCB6A-D1EC-9129-163C-4C09936873EC}"/>
              </a:ext>
            </a:extLst>
          </p:cNvPr>
          <p:cNvCxnSpPr>
            <a:cxnSpLocks/>
          </p:cNvCxnSpPr>
          <p:nvPr/>
        </p:nvCxnSpPr>
        <p:spPr>
          <a:xfrm flipV="1">
            <a:off x="1519399" y="4318450"/>
            <a:ext cx="479410" cy="22536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2B0D0615-8E9C-3BCF-6E92-92D97D4A08B6}"/>
              </a:ext>
            </a:extLst>
          </p:cNvPr>
          <p:cNvCxnSpPr>
            <a:cxnSpLocks/>
          </p:cNvCxnSpPr>
          <p:nvPr/>
        </p:nvCxnSpPr>
        <p:spPr>
          <a:xfrm flipH="1">
            <a:off x="1145348" y="2544256"/>
            <a:ext cx="5976" cy="9425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Gerade Verbindung mit Pfeil 151">
            <a:extLst>
              <a:ext uri="{FF2B5EF4-FFF2-40B4-BE49-F238E27FC236}">
                <a16:creationId xmlns:a16="http://schemas.microsoft.com/office/drawing/2014/main" id="{BE9D93D6-9011-9DB1-A496-F38CF19D2D81}"/>
              </a:ext>
            </a:extLst>
          </p:cNvPr>
          <p:cNvCxnSpPr>
            <a:cxnSpLocks/>
          </p:cNvCxnSpPr>
          <p:nvPr/>
        </p:nvCxnSpPr>
        <p:spPr>
          <a:xfrm>
            <a:off x="6521091" y="3189458"/>
            <a:ext cx="74988" cy="421602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5C29A2D2-3B9B-0258-30B8-F2A4860753B7}"/>
              </a:ext>
            </a:extLst>
          </p:cNvPr>
          <p:cNvCxnSpPr>
            <a:cxnSpLocks/>
          </p:cNvCxnSpPr>
          <p:nvPr/>
        </p:nvCxnSpPr>
        <p:spPr>
          <a:xfrm flipH="1">
            <a:off x="6890062" y="3579084"/>
            <a:ext cx="117051" cy="126444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AE2057FE-8F39-36DD-E568-49A5AC60D812}"/>
              </a:ext>
            </a:extLst>
          </p:cNvPr>
          <p:cNvCxnSpPr>
            <a:cxnSpLocks/>
          </p:cNvCxnSpPr>
          <p:nvPr/>
        </p:nvCxnSpPr>
        <p:spPr>
          <a:xfrm flipV="1">
            <a:off x="7795480" y="1930400"/>
            <a:ext cx="154720" cy="158157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Ellipse 165">
            <a:extLst>
              <a:ext uri="{FF2B5EF4-FFF2-40B4-BE49-F238E27FC236}">
                <a16:creationId xmlns:a16="http://schemas.microsoft.com/office/drawing/2014/main" id="{38A79B2B-46E1-982A-D6CB-27AB1810B7A8}"/>
              </a:ext>
            </a:extLst>
          </p:cNvPr>
          <p:cNvSpPr/>
          <p:nvPr/>
        </p:nvSpPr>
        <p:spPr>
          <a:xfrm>
            <a:off x="6641117" y="2011842"/>
            <a:ext cx="2114777" cy="1849501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F2E839FD-BCC0-EA19-FC86-5A3A8FCBE798}"/>
              </a:ext>
            </a:extLst>
          </p:cNvPr>
          <p:cNvCxnSpPr>
            <a:cxnSpLocks/>
            <a:stCxn id="12" idx="5"/>
            <a:endCxn id="13" idx="1"/>
          </p:cNvCxnSpPr>
          <p:nvPr/>
        </p:nvCxnSpPr>
        <p:spPr>
          <a:xfrm>
            <a:off x="1204152" y="3629996"/>
            <a:ext cx="838770" cy="533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338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64AFB-81BD-AFF8-4F43-A1A057A4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Ellipse 164">
            <a:extLst>
              <a:ext uri="{FF2B5EF4-FFF2-40B4-BE49-F238E27FC236}">
                <a16:creationId xmlns:a16="http://schemas.microsoft.com/office/drawing/2014/main" id="{490748F7-3F68-6F35-BBF4-2679A2A423C6}"/>
              </a:ext>
            </a:extLst>
          </p:cNvPr>
          <p:cNvSpPr/>
          <p:nvPr/>
        </p:nvSpPr>
        <p:spPr>
          <a:xfrm rot="20629330">
            <a:off x="3988997" y="2682674"/>
            <a:ext cx="2292469" cy="1849501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551D5FB5-7654-6437-D1AE-1CA49D635979}"/>
              </a:ext>
            </a:extLst>
          </p:cNvPr>
          <p:cNvSpPr/>
          <p:nvPr/>
        </p:nvSpPr>
        <p:spPr>
          <a:xfrm rot="20629330">
            <a:off x="498018" y="3051414"/>
            <a:ext cx="2893189" cy="1674932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8365E443-9C24-E056-F6B4-2C19CE1234CE}"/>
              </a:ext>
            </a:extLst>
          </p:cNvPr>
          <p:cNvCxnSpPr>
            <a:cxnSpLocks/>
          </p:cNvCxnSpPr>
          <p:nvPr/>
        </p:nvCxnSpPr>
        <p:spPr>
          <a:xfrm flipV="1">
            <a:off x="1149528" y="3689856"/>
            <a:ext cx="0" cy="628594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A974D463-9DBD-D0DC-92D4-BF13F24A7ABD}"/>
              </a:ext>
            </a:extLst>
          </p:cNvPr>
          <p:cNvSpPr/>
          <p:nvPr/>
        </p:nvSpPr>
        <p:spPr>
          <a:xfrm>
            <a:off x="130969" y="3988593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985F778-9D91-5D77-E46B-B2D2A9D79C3B}"/>
              </a:ext>
            </a:extLst>
          </p:cNvPr>
          <p:cNvSpPr/>
          <p:nvPr/>
        </p:nvSpPr>
        <p:spPr>
          <a:xfrm>
            <a:off x="3571556" y="3509465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78A6C5F-CAC4-098F-CCC8-4FF47BCF6D59}"/>
              </a:ext>
            </a:extLst>
          </p:cNvPr>
          <p:cNvSpPr/>
          <p:nvPr/>
        </p:nvSpPr>
        <p:spPr>
          <a:xfrm>
            <a:off x="6296042" y="2831888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6159EBE-0354-A3EF-A248-38FCD5735016}"/>
              </a:ext>
            </a:extLst>
          </p:cNvPr>
          <p:cNvSpPr/>
          <p:nvPr/>
        </p:nvSpPr>
        <p:spPr>
          <a:xfrm>
            <a:off x="8848469" y="2967560"/>
            <a:ext cx="300037" cy="297657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1FA90FA-46FE-96E5-4879-D2030025AF80}"/>
              </a:ext>
            </a:extLst>
          </p:cNvPr>
          <p:cNvSpPr/>
          <p:nvPr/>
        </p:nvSpPr>
        <p:spPr>
          <a:xfrm>
            <a:off x="1081240" y="35070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1367300-CD81-A471-D447-233E369AFE41}"/>
              </a:ext>
            </a:extLst>
          </p:cNvPr>
          <p:cNvSpPr/>
          <p:nvPr/>
        </p:nvSpPr>
        <p:spPr>
          <a:xfrm>
            <a:off x="2021834" y="4142250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856469B-971A-8B8A-C2DD-57966DF3DC63}"/>
              </a:ext>
            </a:extLst>
          </p:cNvPr>
          <p:cNvSpPr/>
          <p:nvPr/>
        </p:nvSpPr>
        <p:spPr>
          <a:xfrm>
            <a:off x="2402834" y="3284999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F9058FD-79FD-7405-D719-6477087F9101}"/>
              </a:ext>
            </a:extLst>
          </p:cNvPr>
          <p:cNvSpPr/>
          <p:nvPr/>
        </p:nvSpPr>
        <p:spPr>
          <a:xfrm>
            <a:off x="4529290" y="2967560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1E58C25-D41D-8737-687D-7ACD41AAFD92}"/>
              </a:ext>
            </a:extLst>
          </p:cNvPr>
          <p:cNvSpPr/>
          <p:nvPr/>
        </p:nvSpPr>
        <p:spPr>
          <a:xfrm>
            <a:off x="4677180" y="3633528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D4BEA11-D1B0-C443-B21F-609CE9B47260}"/>
              </a:ext>
            </a:extLst>
          </p:cNvPr>
          <p:cNvSpPr/>
          <p:nvPr/>
        </p:nvSpPr>
        <p:spPr>
          <a:xfrm>
            <a:off x="5157940" y="43452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C93BA73-FB2E-BA1B-FE23-CA6C1B31EC33}"/>
              </a:ext>
            </a:extLst>
          </p:cNvPr>
          <p:cNvSpPr/>
          <p:nvPr/>
        </p:nvSpPr>
        <p:spPr>
          <a:xfrm>
            <a:off x="7651480" y="2088557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7E87242-BE3E-6158-AAAD-A93CA887273F}"/>
              </a:ext>
            </a:extLst>
          </p:cNvPr>
          <p:cNvSpPr/>
          <p:nvPr/>
        </p:nvSpPr>
        <p:spPr>
          <a:xfrm>
            <a:off x="7621143" y="2684784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83266CA-5194-4218-60CC-3239F4FE523F}"/>
              </a:ext>
            </a:extLst>
          </p:cNvPr>
          <p:cNvSpPr/>
          <p:nvPr/>
        </p:nvSpPr>
        <p:spPr>
          <a:xfrm>
            <a:off x="6986025" y="3406375"/>
            <a:ext cx="144000" cy="144000"/>
          </a:xfrm>
          <a:prstGeom prst="ellipse">
            <a:avLst/>
          </a:prstGeom>
          <a:solidFill>
            <a:srgbClr val="4472C4"/>
          </a:solidFill>
          <a:ln w="9525">
            <a:solidFill>
              <a:srgbClr val="16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0D0EA41-3B2C-E3DB-2059-D1456FDCA77E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871593" y="2980717"/>
            <a:ext cx="2424449" cy="677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B3A8BD7D-53E2-9B3C-0C1D-4B576304415D}"/>
              </a:ext>
            </a:extLst>
          </p:cNvPr>
          <p:cNvCxnSpPr>
            <a:cxnSpLocks/>
            <a:stCxn id="12" idx="5"/>
            <a:endCxn id="9" idx="1"/>
          </p:cNvCxnSpPr>
          <p:nvPr/>
        </p:nvCxnSpPr>
        <p:spPr>
          <a:xfrm>
            <a:off x="1204152" y="3629996"/>
            <a:ext cx="2367404" cy="28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C19C00E0-197A-4109-5F5D-6608FCBB2D0A}"/>
              </a:ext>
            </a:extLst>
          </p:cNvPr>
          <p:cNvCxnSpPr>
            <a:cxnSpLocks/>
            <a:stCxn id="2" idx="3"/>
            <a:endCxn id="12" idx="3"/>
          </p:cNvCxnSpPr>
          <p:nvPr/>
        </p:nvCxnSpPr>
        <p:spPr>
          <a:xfrm flipV="1">
            <a:off x="431006" y="3629996"/>
            <a:ext cx="671322" cy="507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D56F57DC-40F3-383C-DC1D-1D19F43C5872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6596079" y="2980717"/>
            <a:ext cx="411034" cy="446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F2EE68C0-692D-8802-A6DC-D01EDA62C7E8}"/>
              </a:ext>
            </a:extLst>
          </p:cNvPr>
          <p:cNvCxnSpPr>
            <a:cxnSpLocks/>
            <a:stCxn id="20" idx="6"/>
            <a:endCxn id="11" idx="2"/>
          </p:cNvCxnSpPr>
          <p:nvPr/>
        </p:nvCxnSpPr>
        <p:spPr>
          <a:xfrm flipV="1">
            <a:off x="7130025" y="3265217"/>
            <a:ext cx="1868463" cy="213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6E8CCC75-2B1A-F319-05CF-0AB488DABE52}"/>
              </a:ext>
            </a:extLst>
          </p:cNvPr>
          <p:cNvCxnSpPr>
            <a:stCxn id="2" idx="3"/>
            <a:endCxn id="9" idx="1"/>
          </p:cNvCxnSpPr>
          <p:nvPr/>
        </p:nvCxnSpPr>
        <p:spPr>
          <a:xfrm flipV="1">
            <a:off x="431006" y="3658294"/>
            <a:ext cx="3140550" cy="479128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feld 112">
            <a:extLst>
              <a:ext uri="{FF2B5EF4-FFF2-40B4-BE49-F238E27FC236}">
                <a16:creationId xmlns:a16="http://schemas.microsoft.com/office/drawing/2014/main" id="{5B015853-3896-CC86-1BA3-1426E695570A}"/>
              </a:ext>
            </a:extLst>
          </p:cNvPr>
          <p:cNvSpPr txBox="1"/>
          <p:nvPr/>
        </p:nvSpPr>
        <p:spPr>
          <a:xfrm>
            <a:off x="334010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2</a:t>
            </a:r>
            <a:r>
              <a:rPr lang="de-DE" sz="1400" dirty="0"/>
              <a:t>, b</a:t>
            </a:r>
            <a:r>
              <a:rPr lang="de-DE" sz="1400" baseline="-25000" dirty="0"/>
              <a:t>2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5AE0B27D-8D39-5006-981E-78F5B602C1AE}"/>
              </a:ext>
            </a:extLst>
          </p:cNvPr>
          <p:cNvSpPr txBox="1"/>
          <p:nvPr/>
        </p:nvSpPr>
        <p:spPr>
          <a:xfrm>
            <a:off x="-102348" y="452329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1</a:t>
            </a:r>
            <a:r>
              <a:rPr lang="de-DE" sz="1400" dirty="0"/>
              <a:t>, b</a:t>
            </a:r>
            <a:r>
              <a:rPr lang="de-DE" sz="1400" baseline="-25000" dirty="0"/>
              <a:t>1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36100A06-1146-4605-9F54-F2637C6F2E7A}"/>
              </a:ext>
            </a:extLst>
          </p:cNvPr>
          <p:cNvSpPr txBox="1"/>
          <p:nvPr/>
        </p:nvSpPr>
        <p:spPr>
          <a:xfrm>
            <a:off x="605986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3</a:t>
            </a:r>
            <a:r>
              <a:rPr lang="de-DE" sz="1400" dirty="0"/>
              <a:t>, b</a:t>
            </a:r>
            <a:r>
              <a:rPr lang="de-DE" sz="1400" baseline="-25000" dirty="0"/>
              <a:t>3</a:t>
            </a:r>
            <a:r>
              <a:rPr lang="de-DE" sz="1400" dirty="0"/>
              <a:t>]</a:t>
            </a:r>
            <a:endParaRPr lang="en-US" sz="1400" dirty="0"/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AD999E34-A004-E615-CDB8-77AF22CA17B8}"/>
              </a:ext>
            </a:extLst>
          </p:cNvPr>
          <p:cNvSpPr txBox="1"/>
          <p:nvPr/>
        </p:nvSpPr>
        <p:spPr>
          <a:xfrm>
            <a:off x="8623300" y="451758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[a</a:t>
            </a:r>
            <a:r>
              <a:rPr lang="de-DE" sz="1400" baseline="-25000" dirty="0"/>
              <a:t>4</a:t>
            </a:r>
            <a:r>
              <a:rPr lang="de-DE" sz="1400" dirty="0"/>
              <a:t>, b</a:t>
            </a:r>
            <a:r>
              <a:rPr lang="de-DE" sz="1400" baseline="-25000" dirty="0"/>
              <a:t>4</a:t>
            </a:r>
            <a:r>
              <a:rPr lang="de-DE" sz="1400" dirty="0"/>
              <a:t>]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5EC2F86F-302A-D0BC-0BF9-D961994F87AF}"/>
                  </a:ext>
                </a:extLst>
              </p:cNvPr>
              <p:cNvSpPr txBox="1"/>
              <p:nvPr/>
            </p:nvSpPr>
            <p:spPr>
              <a:xfrm>
                <a:off x="3521700" y="3186256"/>
                <a:ext cx="21691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5EC2F86F-302A-D0BC-0BF9-D961994F8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700" y="3186256"/>
                <a:ext cx="216919" cy="246221"/>
              </a:xfrm>
              <a:prstGeom prst="rect">
                <a:avLst/>
              </a:prstGeom>
              <a:blipFill>
                <a:blip r:embed="rId2"/>
                <a:stretch>
                  <a:fillRect l="-37143" r="-8571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2F9A2438-FDAC-3312-9E83-33738FAF2F92}"/>
                  </a:ext>
                </a:extLst>
              </p:cNvPr>
              <p:cNvSpPr txBox="1"/>
              <p:nvPr/>
            </p:nvSpPr>
            <p:spPr>
              <a:xfrm>
                <a:off x="30710" y="3684011"/>
                <a:ext cx="21217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2F9A2438-FDAC-3312-9E83-33738FAF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0" y="3684011"/>
                <a:ext cx="212173" cy="246221"/>
              </a:xfrm>
              <a:prstGeom prst="rect">
                <a:avLst/>
              </a:prstGeom>
              <a:blipFill>
                <a:blip r:embed="rId3"/>
                <a:stretch>
                  <a:fillRect l="-34286" r="-5714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6DC97780-4807-7D99-F216-D495FC588B0E}"/>
                  </a:ext>
                </a:extLst>
              </p:cNvPr>
              <p:cNvSpPr txBox="1"/>
              <p:nvPr/>
            </p:nvSpPr>
            <p:spPr>
              <a:xfrm>
                <a:off x="6209245" y="2535517"/>
                <a:ext cx="21691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6DC97780-4807-7D99-F216-D495FC588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245" y="2535517"/>
                <a:ext cx="216919" cy="246221"/>
              </a:xfrm>
              <a:prstGeom prst="rect">
                <a:avLst/>
              </a:prstGeom>
              <a:blipFill>
                <a:blip r:embed="rId4"/>
                <a:stretch>
                  <a:fillRect l="-37143" r="-8571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AC0693F6-DD63-CAFD-2FB6-57751938E8D4}"/>
                  </a:ext>
                </a:extLst>
              </p:cNvPr>
              <p:cNvSpPr txBox="1"/>
              <p:nvPr/>
            </p:nvSpPr>
            <p:spPr>
              <a:xfrm>
                <a:off x="9100836" y="2684585"/>
                <a:ext cx="20890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AC0693F6-DD63-CAFD-2FB6-57751938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836" y="2684585"/>
                <a:ext cx="208903" cy="246221"/>
              </a:xfrm>
              <a:prstGeom prst="rect">
                <a:avLst/>
              </a:prstGeom>
              <a:blipFill>
                <a:blip r:embed="rId5"/>
                <a:stretch>
                  <a:fillRect l="-38235" r="-8824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" name="Grafik 122" descr="Arbeiten von zu Hause mit einfarbiger Füllung">
            <a:extLst>
              <a:ext uri="{FF2B5EF4-FFF2-40B4-BE49-F238E27FC236}">
                <a16:creationId xmlns:a16="http://schemas.microsoft.com/office/drawing/2014/main" id="{AD0BE137-7BA4-F052-9F6E-2CD8C4A654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8377" y="1442397"/>
            <a:ext cx="537657" cy="537657"/>
          </a:xfrm>
          <a:prstGeom prst="rect">
            <a:avLst/>
          </a:prstGeom>
        </p:spPr>
      </p:pic>
      <p:pic>
        <p:nvPicPr>
          <p:cNvPr id="125" name="Grafik 124" descr="Haus mit einfarbiger Füllung">
            <a:extLst>
              <a:ext uri="{FF2B5EF4-FFF2-40B4-BE49-F238E27FC236}">
                <a16:creationId xmlns:a16="http://schemas.microsoft.com/office/drawing/2014/main" id="{A07BAC1A-7F06-38B4-1720-652E303862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4734" y="2006599"/>
            <a:ext cx="537657" cy="537657"/>
          </a:xfrm>
          <a:prstGeom prst="rect">
            <a:avLst/>
          </a:prstGeom>
        </p:spPr>
      </p:pic>
      <p:pic>
        <p:nvPicPr>
          <p:cNvPr id="126" name="Grafik 125" descr="Arbeiten von zu Hause mit einfarbiger Füllung">
            <a:extLst>
              <a:ext uri="{FF2B5EF4-FFF2-40B4-BE49-F238E27FC236}">
                <a16:creationId xmlns:a16="http://schemas.microsoft.com/office/drawing/2014/main" id="{8CC1CDC5-05DA-CD5B-D854-50A51029BC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3336" y="3543766"/>
            <a:ext cx="537657" cy="537657"/>
          </a:xfrm>
          <a:prstGeom prst="rect">
            <a:avLst/>
          </a:prstGeom>
        </p:spPr>
      </p:pic>
      <p:pic>
        <p:nvPicPr>
          <p:cNvPr id="127" name="Grafik 126" descr="Haus mit einfarbiger Füllung">
            <a:extLst>
              <a:ext uri="{FF2B5EF4-FFF2-40B4-BE49-F238E27FC236}">
                <a16:creationId xmlns:a16="http://schemas.microsoft.com/office/drawing/2014/main" id="{E2D30D2C-360C-489B-8200-93590F6954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8055" y="4176194"/>
            <a:ext cx="537657" cy="5376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5CCB8F0B-07C0-2A44-FC8A-846AF7CE7A68}"/>
                  </a:ext>
                </a:extLst>
              </p:cNvPr>
              <p:cNvSpPr txBox="1"/>
              <p:nvPr/>
            </p:nvSpPr>
            <p:spPr>
              <a:xfrm>
                <a:off x="1750583" y="4748506"/>
                <a:ext cx="23461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600" b="0" dirty="0"/>
              </a:p>
            </p:txBody>
          </p:sp>
        </mc:Choice>
        <mc:Fallback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5CCB8F0B-07C0-2A44-FC8A-846AF7CE7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83" y="4748506"/>
                <a:ext cx="234616" cy="246221"/>
              </a:xfrm>
              <a:prstGeom prst="rect">
                <a:avLst/>
              </a:prstGeom>
              <a:blipFill>
                <a:blip r:embed="rId14"/>
                <a:stretch>
                  <a:fillRect l="-20513" r="-256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D39B0768-B26A-1BB6-31E9-14A8BC40CC6A}"/>
                  </a:ext>
                </a:extLst>
              </p:cNvPr>
              <p:cNvSpPr txBox="1"/>
              <p:nvPr/>
            </p:nvSpPr>
            <p:spPr>
              <a:xfrm>
                <a:off x="5179028" y="4548360"/>
                <a:ext cx="23936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600" b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D39B0768-B26A-1BB6-31E9-14A8BC40C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028" y="4548360"/>
                <a:ext cx="239361" cy="246221"/>
              </a:xfrm>
              <a:prstGeom prst="rect">
                <a:avLst/>
              </a:prstGeom>
              <a:blipFill>
                <a:blip r:embed="rId15"/>
                <a:stretch>
                  <a:fillRect l="-23077" r="-5128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27D54735-21A7-469E-DF9E-E8C90B3D667E}"/>
                  </a:ext>
                </a:extLst>
              </p:cNvPr>
              <p:cNvSpPr txBox="1"/>
              <p:nvPr/>
            </p:nvSpPr>
            <p:spPr>
              <a:xfrm>
                <a:off x="7795480" y="3896324"/>
                <a:ext cx="23936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1600" b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27D54735-21A7-469E-DF9E-E8C90B3D6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80" y="3896324"/>
                <a:ext cx="239361" cy="246221"/>
              </a:xfrm>
              <a:prstGeom prst="rect">
                <a:avLst/>
              </a:prstGeom>
              <a:blipFill>
                <a:blip r:embed="rId16"/>
                <a:stretch>
                  <a:fillRect l="-23077" r="-5128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Gerade Verbindung mit Pfeil 151">
            <a:extLst>
              <a:ext uri="{FF2B5EF4-FFF2-40B4-BE49-F238E27FC236}">
                <a16:creationId xmlns:a16="http://schemas.microsoft.com/office/drawing/2014/main" id="{B844247E-BAA7-09F8-4CCE-577D4D4CF6F2}"/>
              </a:ext>
            </a:extLst>
          </p:cNvPr>
          <p:cNvCxnSpPr>
            <a:cxnSpLocks/>
          </p:cNvCxnSpPr>
          <p:nvPr/>
        </p:nvCxnSpPr>
        <p:spPr>
          <a:xfrm>
            <a:off x="6521091" y="3189458"/>
            <a:ext cx="74988" cy="421602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14E68E40-53A2-7F74-C9AB-912F2F92BB10}"/>
              </a:ext>
            </a:extLst>
          </p:cNvPr>
          <p:cNvCxnSpPr>
            <a:cxnSpLocks/>
          </p:cNvCxnSpPr>
          <p:nvPr/>
        </p:nvCxnSpPr>
        <p:spPr>
          <a:xfrm flipH="1">
            <a:off x="6890062" y="3579084"/>
            <a:ext cx="117051" cy="126444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  <a:miter lim="800000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Ellipse 165">
            <a:extLst>
              <a:ext uri="{FF2B5EF4-FFF2-40B4-BE49-F238E27FC236}">
                <a16:creationId xmlns:a16="http://schemas.microsoft.com/office/drawing/2014/main" id="{1B86E1F9-7641-75C8-789C-9EBF8CA49909}"/>
              </a:ext>
            </a:extLst>
          </p:cNvPr>
          <p:cNvSpPr/>
          <p:nvPr/>
        </p:nvSpPr>
        <p:spPr>
          <a:xfrm>
            <a:off x="6641117" y="2011842"/>
            <a:ext cx="2114777" cy="1849501"/>
          </a:xfrm>
          <a:prstGeom prst="ellipse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05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Breitbild</PresentationFormat>
  <Paragraphs>41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Dietl</dc:creator>
  <cp:lastModifiedBy>Markus Dietl</cp:lastModifiedBy>
  <cp:revision>1</cp:revision>
  <dcterms:created xsi:type="dcterms:W3CDTF">2026-01-27T12:55:09Z</dcterms:created>
  <dcterms:modified xsi:type="dcterms:W3CDTF">2026-01-27T16:22:54Z</dcterms:modified>
</cp:coreProperties>
</file>